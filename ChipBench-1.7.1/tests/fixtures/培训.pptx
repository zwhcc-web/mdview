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讲稿：介绍 DFA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DFA 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MAC64 / MAC32</a:t>
            </a:r>
          </a:p>
          <a:p>
            <a:pPr lvl="1"/>
            <a:r>
              <a:t>Combine 模式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